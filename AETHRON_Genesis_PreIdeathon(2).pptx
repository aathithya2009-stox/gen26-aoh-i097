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78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Patient Prioritization for faster, fairer hospital care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703320"/>
            <a:ext cx="6035040" cy="3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Team Name – </a:t>
            </a:r>
            <a:r>
              <a:rPr lang="en-US" sz="1500" dirty="0">
                <a:solidFill>
                  <a:schemeClr val="accent6"/>
                </a:solidFill>
              </a:rPr>
              <a:t>AETHRON</a:t>
            </a:r>
          </a:p>
          <a:p>
            <a:pPr marL="279400" indent="-279400">
              <a:spcAft>
                <a:spcPts val="2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Team Members –</a:t>
            </a:r>
          </a:p>
          <a:p>
            <a:pPr marL="27940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Adityaa Vaishnave K – CB.SC.U4CSE26604</a:t>
            </a:r>
          </a:p>
          <a:p>
            <a:pPr marL="27940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Anish U K – CB.SC.U4CSE26605</a:t>
            </a:r>
          </a:p>
          <a:p>
            <a:pPr marL="27940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Mohnish Kumar R B – CB.AI.U4AIM26029</a:t>
            </a:r>
          </a:p>
          <a:p>
            <a:pPr marL="27940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Aathithya S R – CB.SC.U4CSE26303</a:t>
            </a:r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279400" indent="-279400">
              <a:spcAft>
                <a:spcPts val="8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Selected Domain – </a:t>
            </a:r>
            <a:r>
              <a:rPr lang="en-US" sz="1500" dirty="0">
                <a:solidFill>
                  <a:schemeClr val="accent6"/>
                </a:solidFill>
              </a:rPr>
              <a:t>Domain 6: Healthcare, Biotechnology &amp; Human Well-being</a:t>
            </a:r>
          </a:p>
          <a:p>
            <a:pPr marL="279400" indent="-279400">
              <a:spcAft>
                <a:spcPts val="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Problem Statement – </a:t>
            </a:r>
            <a:r>
              <a:rPr lang="en-US" sz="1500" dirty="0">
                <a:solidFill>
                  <a:schemeClr val="accent6"/>
                </a:solidFill>
              </a:rPr>
              <a:t>Patient Prioritization: an intelligent system that cuts hospital waiting times by prioritizing patients by urgency, symptoms and available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AETHRON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Hospitals serve patients by token number, not by urgency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exactly needs to be solved?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Patients are served in token order (105 → 106 → 107), so a critical patient can wait behind routine cases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Waiting times are long, and patients cannot see how long they will wait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Doctor, bed and department capacity is not part of the queue decision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 is it important right now?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Delays in emergency care can put lives at risk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Crowded departments overload doctors and staff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Patients need faster, fairer and more transparent access to care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AETHRON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Patients, staff and administrators all feel the impact of long queues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Primary users / target group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Patients and attendants in OPD and emergency departments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Triage nurses and front-desk staff who manage the queue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Secondary stakeholders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Doctors and department heads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Hospital administrators who manage beds and resources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Who benefits if the problem is solved?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Critical patients get immediate attention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All patients see shorter, more predictable waits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Hospitals make better use of doctors and beds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AETHRON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Most hospitals still run a first-come, first-served token queue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Existing scenario and background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Patients register at the counter and receive a token number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Queues are managed manually, with little view of doctor or bed availability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Relevant data or facts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Every patient joins the same queue, whatever their condition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Patients get no estimate of how long they will wait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Current workflow, step by step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Register → get token → wait → called in token order → consultation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Urgent cases depend on staff noticing and stepping in manually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AETHRON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Queues ignore urgency, so risk and delay build up together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Main difficulties and bottlenecks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Critical cases are not identified and escalated quickly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No live view of doctor availability, department load or beds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Root causes behind them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Token systems are strictly first-come, first-served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Triage relies on manual judgement under pressure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Hospital information sits in separate places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Consequences of leaving them unsolved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Delayed treatment for critical patients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Crowded waiting areas and frustrated patients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Overworked staff and wasted capacity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AETHRON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Today's queue systems manage order, not urgency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Existing methods, systems or alternatives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Manual triage by nurses at the counter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Basic token and appointment systems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Limitations of each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Manual triage is slow and varies from person to person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Token systems cannot react to urgency or to hospital capacity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The gap they leave open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A simple system that combines urgency, symptoms and live resource data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Live wait estimates that patients and staff can both see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AETHRON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Hardware Requirements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Front-desk PC or tablet for patient intake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Waiting-room display screen for the live queue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Optional vitals devices (BP, SpO2, temperature) at intake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Software Requirements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Web app with a patient intake form and a staff dashboard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Triage scoring engine (rule-based first, ML-ready)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Database for patients, doctors, beds and departments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Other resources (Including Human Resources)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Doctors and triage nurses to validate the urgency rules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Developers and a UI designer from our team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Sample or anonymised hospital data for testing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AETHRON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your team intends to do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Build a patient-management system that ranks patients as Critical, Urgent or Non-urgent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Show estimated wait, doctor availability, department load and bed availability live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you want to improve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Waiting time for critical and urgent patients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Use of doctors, beds and departments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Transparency for patients</a:t>
            </a:r>
          </a:p>
          <a:p>
            <a:pPr marL="279400" indent="-279400">
              <a:spcBef>
                <a:spcPts val="900"/>
              </a:spcBef>
              <a:spcAft>
                <a:spcPts val="3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successful improvement should you achieve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Critical patients get immediate attention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Shorter, more predictable waits across the hospital</a:t>
            </a:r>
          </a:p>
          <a:p>
            <a:pPr marL="640080" indent="-228600">
              <a:spcAft>
                <a:spcPts val="300"/>
              </a:spcAft>
              <a:buClr>
                <a:schemeClr val="accent3"/>
              </a:buClr>
              <a:buSzPct val="100000"/>
              <a:buChar char="–"/>
            </a:pPr>
            <a:r>
              <a:rPr lang="en-US" sz="1500" dirty="0">
                <a:solidFill>
                  <a:schemeClr val="tx1"/>
                </a:solidFill>
              </a:rPr>
              <a:t>A working demo of the live priority queue and dashboard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Widescreen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Aathithya S R</cp:lastModifiedBy>
  <cp:revision>3</cp:revision>
  <dcterms:created xsi:type="dcterms:W3CDTF">2026-10-07T15:27:40Z</dcterms:created>
  <dcterms:modified xsi:type="dcterms:W3CDTF">2026-10-08T16:31:32Z</dcterms:modified>
</cp:coreProperties>
</file>